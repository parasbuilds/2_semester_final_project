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24C32-FF7B-490F-867B-2B8C29A98537}" v="1" dt="2026-04-15T03:29:5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 RANA" userId="cb9a30e5-12bd-468b-92a0-53265cd2ac95" providerId="ADAL" clId="{CA6EC8FE-9291-4A26-B1FC-72955C735DDA}"/>
    <pc:docChg chg="modSld">
      <pc:chgData name="PARAS  RANA" userId="cb9a30e5-12bd-468b-92a0-53265cd2ac95" providerId="ADAL" clId="{CA6EC8FE-9291-4A26-B1FC-72955C735DDA}" dt="2026-04-15T03:46:16.647" v="36" actId="1035"/>
      <pc:docMkLst>
        <pc:docMk/>
      </pc:docMkLst>
      <pc:sldChg chg="modSp mod">
        <pc:chgData name="PARAS  RANA" userId="cb9a30e5-12bd-468b-92a0-53265cd2ac95" providerId="ADAL" clId="{CA6EC8FE-9291-4A26-B1FC-72955C735DDA}" dt="2026-04-15T03:46:16.647" v="36" actId="1035"/>
        <pc:sldMkLst>
          <pc:docMk/>
          <pc:sldMk cId="0" sldId="264"/>
        </pc:sldMkLst>
        <pc:spChg chg="mod">
          <ac:chgData name="PARAS  RANA" userId="cb9a30e5-12bd-468b-92a0-53265cd2ac95" providerId="ADAL" clId="{CA6EC8FE-9291-4A26-B1FC-72955C735DDA}" dt="2026-04-15T03:46:16.647" v="36" actId="1035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RAS  RANA" userId="cb9a30e5-12bd-468b-92a0-53265cd2ac95" providerId="ADAL" clId="{CA6EC8FE-9291-4A26-B1FC-72955C735DDA}" dt="2026-04-15T03:30:34.116" v="32" actId="20577"/>
          <ac:spMkLst>
            <pc:docMk/>
            <pc:sldMk cId="0" sldId="264"/>
            <ac:spMk id="2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Arial"/>
              </a:rPr>
              <a:t>Monthly Crime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Crimes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BF-45FE-B827-C97B1792B9EF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BF-45FE-B827-C97B1792B9E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1BF-45FE-B827-C97B1792B9EF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BF-45FE-B827-C97B1792B9E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1BF-45FE-B827-C97B1792B9EF}"/>
              </c:ext>
            </c:extLst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BF-45FE-B827-C97B1792B9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Aug '25</c:v>
                </c:pt>
                <c:pt idx="1">
                  <c:v>Sep '25</c:v>
                </c:pt>
                <c:pt idx="2">
                  <c:v>Nov '25</c:v>
                </c:pt>
                <c:pt idx="3">
                  <c:v>Dec '25</c:v>
                </c:pt>
                <c:pt idx="4">
                  <c:v>Jan '26</c:v>
                </c:pt>
                <c:pt idx="5">
                  <c:v>Feb 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18802</c:v>
                </c:pt>
                <c:pt idx="1">
                  <c:v>19414</c:v>
                </c:pt>
                <c:pt idx="2">
                  <c:v>19287</c:v>
                </c:pt>
                <c:pt idx="3">
                  <c:v>20615</c:v>
                </c:pt>
                <c:pt idx="4">
                  <c:v>21358</c:v>
                </c:pt>
                <c:pt idx="5">
                  <c:v>18948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1BF-45FE-B827-C97B1792B9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Top Crime Categories (Aug 2025)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Crime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AF-416E-876E-2BE21507F235}"/>
              </c:ext>
            </c:extLst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AF-416E-876E-2BE21507F235}"/>
              </c:ext>
            </c:extLst>
          </c:dPt>
          <c:dPt>
            <c:idx val="2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AF-416E-876E-2BE21507F235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AF-416E-876E-2BE21507F235}"/>
              </c:ext>
            </c:extLst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AF-416E-876E-2BE21507F235}"/>
              </c:ext>
            </c:extLst>
          </c:dPt>
          <c:dPt>
            <c:idx val="5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8AF-416E-876E-2BE21507F23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AF-416E-876E-2BE21507F23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AF-416E-876E-2BE21507F23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AF-416E-876E-2BE21507F23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AF-416E-876E-2BE21507F23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8AF-416E-876E-2BE21507F23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8AF-416E-876E-2BE21507F23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MV Accidents</c:v>
                </c:pt>
                <c:pt idx="1">
                  <c:v>Theft</c:v>
                </c:pt>
                <c:pt idx="2">
                  <c:v>Cyber Crime</c:v>
                </c:pt>
                <c:pt idx="3">
                  <c:v>Cases of Hurt</c:v>
                </c:pt>
                <c:pt idx="4">
                  <c:v>Public Safety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2571</c:v>
                </c:pt>
                <c:pt idx="1">
                  <c:v>1569</c:v>
                </c:pt>
                <c:pt idx="2">
                  <c:v>1264</c:v>
                </c:pt>
                <c:pt idx="3">
                  <c:v>1235</c:v>
                </c:pt>
                <c:pt idx="4">
                  <c:v>911</c:v>
                </c:pt>
                <c:pt idx="5">
                  <c:v>11252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8AF-416E-876E-2BE21507F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109728" cy="5143500"/>
          </a:xfrm>
          <a:prstGeom prst="rect">
            <a:avLst/>
          </a:prstGeom>
          <a:solidFill>
            <a:srgbClr val="991F1F"/>
          </a:solidFill>
          <a:ln w="12700">
            <a:solidFill>
              <a:srgbClr val="99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31C2B"/>
          </a:solidFill>
          <a:ln w="12700">
            <a:solidFill>
              <a:srgbClr val="131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CRIME DATA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Mid-Review 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816352"/>
            <a:ext cx="3200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Capstone Project  |  B.Tech CSE  |  Batch 48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UPES, Dehradun  —  April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502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914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Tkinter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Matplotlib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Crime Data Analysis Dashboard?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32004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to analyze, visualize, and manage crime data across multiple months using a rich GUI and a live MongoDB backend.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43200" cy="32004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law enforcement agencies and researchers to track crime trends, compare monthly statistics, and derive actionable insights quickly.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43200" cy="32004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monthly crime review CSVs from Aug 2025 to Feb 2026 — covering IPC crimes, SLL offences, crimes against women, children, and SC/ST.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Monthly Datasets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765 Crime Categories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~118K Records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MongoDB Sync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data is currently scattered across multiple monthly CSV reports, making it difficult to: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Compare trends across months at a glance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Identify high-risk crime categories quickly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Store and retrieve records from a central database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Produce meaningful visual reports for decision-making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81051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Tkinter GUI for intuitive navigation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231343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 &amp; preprocess multi-month CSVs using Pandas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81635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crime trends with Matplotlib charts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331927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291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processed data in MongoDB (CRUD operations)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82219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statistical summaries using NumPy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432511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297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month-wise comparison and filtering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 &amp; Prototype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and UI layout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356616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0392B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Aug 2025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9397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Sep 2025 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5877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Nov 2025 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0815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Dec 2025 CSV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5753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Jan 2026 CSV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0690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Feb 2026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2848" y="2834640"/>
            <a:ext cx="457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1143000"/>
            <a:ext cx="2011680" cy="356616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0392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600200"/>
            <a:ext cx="1737360" cy="658368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62763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404872"/>
            <a:ext cx="1737360" cy="658368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43230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209544"/>
            <a:ext cx="1737360" cy="658368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23697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Data Merging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4014216"/>
            <a:ext cx="1737360" cy="658368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40416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Matplotlib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2834640"/>
            <a:ext cx="457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1143000"/>
            <a:ext cx="2011680" cy="356616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0392B"/>
                </a:solidFill>
              </a:rPr>
              <a:t>GUI 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1600200"/>
            <a:ext cx="1737360" cy="530352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6276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9240" y="2221992"/>
            <a:ext cx="1737360" cy="530352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24942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 Charts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49240" y="2843784"/>
            <a:ext cx="1737360" cy="530352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8712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Crime Filter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49240" y="3465576"/>
            <a:ext cx="1737360" cy="530352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493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Data Table View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9240" y="4087368"/>
            <a:ext cx="1737360" cy="530352"/>
          </a:xfrm>
          <a:prstGeom prst="rect">
            <a:avLst/>
          </a:prstGeom>
          <a:solidFill>
            <a:srgbClr val="22305A"/>
          </a:solidFill>
          <a:ln w="12700">
            <a:solidFill>
              <a:srgbClr val="2E4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 Report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51192" y="2834640"/>
            <a:ext cx="3657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</a:rPr>
              <a:t>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818120" y="1143000"/>
            <a:ext cx="1005840" cy="356616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0392B"/>
                </a:solidFill>
              </a:rPr>
              <a:t>DB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18120" y="23774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monthly crime review CSVs — Aug 2025 to Feb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9788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Crime Categories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97880" y="1600200"/>
            <a:ext cx="2926080" cy="566928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600200"/>
            <a:ext cx="1097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6642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80760" y="1847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Crimes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2258568"/>
            <a:ext cx="2926080" cy="566928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258568"/>
            <a:ext cx="109728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3225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80760" y="25054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&amp; Local Laws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97880" y="2916936"/>
            <a:ext cx="2926080" cy="566928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2916936"/>
            <a:ext cx="109728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9809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0760" y="316382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Against Women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97880" y="3575304"/>
            <a:ext cx="2926080" cy="566928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3575304"/>
            <a:ext cx="10972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36393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80760" y="38221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Against Children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97880" y="4233672"/>
            <a:ext cx="2926080" cy="566928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97880" y="4233672"/>
            <a:ext cx="109728" cy="5669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4297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80760" y="4480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SC/ST Crimes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data analysis — sample outputs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645920"/>
            <a:ext cx="4114800" cy="713232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7190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578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2,571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Accidents — highest single crime category in Aug 2025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468880"/>
            <a:ext cx="4114800" cy="713232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5420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257800" y="2542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+13.6%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increased from Aug 2025 to Jan 2026 (peak month)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3291840"/>
            <a:ext cx="4114800" cy="713232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364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57800" y="3364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1,264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5780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crimes reported — 3rd highest category by volume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4114800"/>
            <a:ext cx="4114800" cy="713232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54880" y="41879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257800" y="4187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Feb '26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780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 (18,948) — significant drop vs January peak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88720"/>
            <a:ext cx="4206240" cy="16459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CHALLENGE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CSV structure across months (extra unnamed columns, merged headers)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82296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84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SOLUTION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Pandas column filtering and dropna() with axis=1 to strip unnamed columns at load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206240" cy="16459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CHALLENGE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crime category names overflowing chart axes and 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84832"/>
            <a:ext cx="82296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084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SOLUTION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2377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string truncation and wrapping logic; shortened labels using a mapping dictionary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206240" cy="16459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1752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CHALLENGE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connectivity — ensuring CRUD works without crashing the GUI on failure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82296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136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SOLUTION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all DB calls in try/except blocks with user-friendly error dialogs via Tkinter messagebox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164592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CHALLENGE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6 months of data into a single unified DataFrame for trend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913632"/>
            <a:ext cx="82296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9136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SOLUTION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'Month' column before merging, then used groupby + pivot for multi-month comparisons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beyond the current version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10972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desktop app to a Flask/Django web app for browser-based access and multi-user support.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86200" y="13990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Predictions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Scikit-learn to predict crime hotspots and forecast monthly crime volumes using historical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0488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3990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Geo-mapping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district/state-level heatmaps using Folium or Plotly to visualize crime density geographically.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3182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6758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email PDF crime summary reports using smtplib and ReportLab on a monthly basis.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86200" y="3182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6758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real-time alerts when a crime category crosses a defined threshold in the current month's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2697480" cy="160020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048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766560" y="3182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Access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36758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Kivy-based mobile companion app for on-the-go crime dashboard viewing.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Crime Data Analysis Dashboard is being developed that unifies 6 months of police data.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013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5564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for data ingestion, preprocessing, and visualization are operational.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59736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1401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integration enables persistent storage and CRUD operations.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11810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723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demonstrates meaningful insights such as monthly trends and top crime categories.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7647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addresses a real-world problem with a structured, technology-driven solution.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457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100584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Python Documentation — https://docs.python.org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151790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Pandas Library — https://pandas.pydata.org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02996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Matplotlib Docs — https://matplotlib.org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54203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NumPy Reference — https://numpy.org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05409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MongoDB Manual — https://www.mongodb.com/docs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5400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Tkinter Guide — https://docs.python.org/3/library/tkinter.html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07822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Dataset: Govt. Monthly Crime Review CSVs (2025-26)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4617720"/>
            <a:ext cx="4754880" cy="411480"/>
          </a:xfrm>
          <a:prstGeom prst="rect">
            <a:avLst/>
          </a:prstGeom>
          <a:solidFill>
            <a:srgbClr val="1A2744"/>
          </a:solidFill>
          <a:ln w="6350">
            <a:solidFill>
              <a:srgbClr val="24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46451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Paras — SAP 590027731  |  B.Tech CSE, Batch 48  |  UPES Dehradun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Ashish — SAP 590024214 | 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CSE, Batch 48  |  UPES Dehradun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879</Words>
  <Application>Microsoft Office PowerPoint</Application>
  <PresentationFormat>On-screen Show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Data Analysis Dashboard - Mid Review</dc:title>
  <dc:subject>PptxGenJS Presentation</dc:subject>
  <dc:creator>PptxGenJS</dc:creator>
  <cp:lastModifiedBy>PARAS  RANA</cp:lastModifiedBy>
  <cp:revision>1</cp:revision>
  <dcterms:created xsi:type="dcterms:W3CDTF">2026-04-10T17:36:23Z</dcterms:created>
  <dcterms:modified xsi:type="dcterms:W3CDTF">2026-04-15T03:46:26Z</dcterms:modified>
</cp:coreProperties>
</file>